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talking points. What the finding is: Cross-site scripting means a page repeats back what it receives in a web address without checking it. An attacker can build a link that, when a logged-in user opens it, runs the attacker’s instructions inside that user’s browser session. The server is not attacked; the user is. Business impact: The attacker gets only what that user can already do in CES. Worst realistic case is viewing or changing parts data or estimates within that user’s role. A targeted administrator would expose more, which is why it is still rated High. Why the risk is limited here: internal system with about 50 users, sign-in through TTC Active Directory only, role-based authorization, and the two Critical SQL injection findings are already fixed. To exploit this, an attacker would first need to be inside the TTC network or reach a user with a link, and persuade that user to click it. Rating note: the scan scores these 7.4 (High) under CVSS 3.1 and 5.1 (Medium) under CVSS 4.0. Residual risk of Low to Moderate is our assessment given the controls above, not a scanner output. Ask: approve fixing all seven in the next release, with a rescan to confirm. The scan was run against the UAT site, so confirm production runs the same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20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45270"/>
            <a:ext cx="10566400" cy="4199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20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45270"/>
            <a:ext cx="10566400" cy="4199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SECURITY SCAN · HIGH-SEVERITY FINDINGS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High findings, one underlying weakness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46845"/>
            <a:ext cx="3380284" cy="2454473"/>
          </a:xfrm>
          <a:prstGeom prst="roundRect">
            <a:avLst>
              <a:gd name="adj" fmla="val 4010"/>
            </a:avLst>
          </a:prstGeom>
          <a:solidFill>
            <a:srgbClr val="FFFDF9"/>
          </a:solidFill>
          <a:ln w="6350">
            <a:solidFill>
              <a:srgbClr val="E2DED4"/>
            </a:solidFill>
            <a:prstDash val="solid"/>
          </a:ln>
        </p:spPr>
      </p:sp>
      <p:pic>
        <p:nvPicPr>
          <p:cNvPr id="5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1981101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3350" y="1978620"/>
            <a:ext cx="184213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47750" y="2351980"/>
            <a:ext cx="3004236" cy="1411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Rebuilt Parts pages accept input without cleaning it first. A crafted link can make a user’s browser run an attacker’s script. All seven were confirmed and trace to the same coding pattern.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5809" y="1746845"/>
            <a:ext cx="3380383" cy="2454473"/>
          </a:xfrm>
          <a:prstGeom prst="roundRect">
            <a:avLst>
              <a:gd name="adj" fmla="val 4010"/>
            </a:avLst>
          </a:prstGeom>
          <a:solidFill>
            <a:srgbClr val="FFFDF9"/>
          </a:solidFill>
          <a:ln w="6350">
            <a:solidFill>
              <a:srgbClr val="E2DED4"/>
            </a:solidFill>
            <a:prstDash val="solid"/>
          </a:ln>
        </p:spPr>
      </p:sp>
      <p:pic>
        <p:nvPicPr>
          <p:cNvPr id="9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37584" y="1981101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93184" y="1978620"/>
            <a:ext cx="238922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happen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735628" y="2351980"/>
            <a:ext cx="2898674" cy="1411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F4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staff member is tricked into clicking a crafted link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F4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script then acts with that person’s access to CES data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F4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administrator would be a higher-value target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95741" y="1746845"/>
            <a:ext cx="3380284" cy="2454473"/>
          </a:xfrm>
          <a:prstGeom prst="roundRect">
            <a:avLst>
              <a:gd name="adj" fmla="val 4010"/>
            </a:avLst>
          </a:prstGeom>
          <a:solidFill>
            <a:srgbClr val="FFFDF9"/>
          </a:solidFill>
          <a:ln w="6350">
            <a:solidFill>
              <a:srgbClr val="E2DED4"/>
            </a:solidFill>
            <a:prstDash val="solid"/>
          </a:ln>
        </p:spPr>
      </p:sp>
      <p:pic>
        <p:nvPicPr>
          <p:cNvPr id="13" name="Image 2" descr="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7516" y="1981101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83116" y="1978620"/>
            <a:ext cx="278973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exposure is limited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325560" y="2351980"/>
            <a:ext cx="2898572" cy="164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F4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application, about 50 users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F4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through TTC Active Directory only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F4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limits what each user can reach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F4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SQL injection findings already fixed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2800" y="4407694"/>
            <a:ext cx="10566400" cy="1117402"/>
          </a:xfrm>
          <a:prstGeom prst="roundRect">
            <a:avLst>
              <a:gd name="adj" fmla="val 9093"/>
            </a:avLst>
          </a:prstGeom>
          <a:solidFill>
            <a:srgbClr val="1F2A37"/>
          </a:solidFill>
          <a:ln/>
        </p:spPr>
      </p:sp>
      <p:sp>
        <p:nvSpPr>
          <p:cNvPr id="17" name="Text 12"/>
          <p:cNvSpPr/>
          <p:nvPr/>
        </p:nvSpPr>
        <p:spPr>
          <a:xfrm>
            <a:off x="1066800" y="4585494"/>
            <a:ext cx="77193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0B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66800" y="4849614"/>
            <a:ext cx="7719323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all seven in the next release and retest. The same pattern applies to each page, so one shared approach should cover them.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815288" y="4753074"/>
            <a:ext cx="2309912" cy="426641"/>
          </a:xfrm>
          <a:prstGeom prst="roundRect">
            <a:avLst>
              <a:gd name="adj" fmla="val 50000"/>
            </a:avLst>
          </a:prstGeom>
          <a:solidFill>
            <a:srgbClr val="FDE7C7"/>
          </a:solidFill>
          <a:ln/>
        </p:spPr>
        <p:txBody>
          <a:bodyPr wrap="none" lIns="115321" tIns="26421" rIns="56691" bIns="1021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A3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risk: Low to Moderate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Invicti OWASP Top 10 2021 scan of the CES UAT site, 14 Oct 2026. 7 High findings, all Cross-site Scripting, all confirmed.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S Security Scan: High Findings">
  <a:themeElements>
    <a:clrScheme name="CES Security Scan: High Findings">
      <a:dk1>
        <a:srgbClr val="1F2A37"/>
      </a:dk1>
      <a:lt1>
        <a:srgbClr val="F6F4EF"/>
      </a:lt1>
      <a:dk2>
        <a:srgbClr val="555D65"/>
      </a:dk2>
      <a:lt2>
        <a:srgbClr val="E1E0DD"/>
      </a:lt2>
      <a:accent1>
        <a:srgbClr val="FDE7C7"/>
      </a:accent1>
      <a:accent2>
        <a:srgbClr val="B45309"/>
      </a:accent2>
      <a:accent3>
        <a:srgbClr val="F0B26B"/>
      </a:accent3>
      <a:accent4>
        <a:srgbClr val="7A3A06"/>
      </a:accent4>
      <a:accent5>
        <a:srgbClr val="3F4753"/>
      </a:accent5>
      <a:accent6>
        <a:srgbClr val="6B7280"/>
      </a:accent6>
      <a:hlink>
        <a:srgbClr val="0563C1"/>
      </a:hlink>
      <a:folHlink>
        <a:srgbClr val="954F72"/>
      </a:folHlink>
    </a:clrScheme>
    <a:fontScheme name="CES Security Scan: High Finding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 Security Scan: High Findings</dc:title>
  <dc:subject/>
  <dc:creator/>
  <cp:lastModifiedBy/>
  <cp:revision>1</cp:revision>
  <dcterms:created xsi:type="dcterms:W3CDTF">2026-10-26T20:22:46Z</dcterms:created>
  <dcterms:modified xsi:type="dcterms:W3CDTF">2026-10-26T20:22:46Z</dcterms:modified>
</cp:coreProperties>
</file>